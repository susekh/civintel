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ublic Sans Bold" charset="1" panose="00000000000000000000"/>
      <p:regular r:id="rId14"/>
    </p:embeddedFont>
    <p:embeddedFont>
      <p:font typeface="Playfair Display" charset="1" panose="00000500000000000000"/>
      <p:regular r:id="rId15"/>
    </p:embeddedFont>
    <p:embeddedFont>
      <p:font typeface="Public Sans" charset="1" panose="00000000000000000000"/>
      <p:regular r:id="rId16"/>
    </p:embeddedFont>
    <p:embeddedFont>
      <p:font typeface="Playfair Display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47842"/>
            <a:ext cx="16230600" cy="49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b="true" sz="2814" spc="63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CONNECTING COMMUNITIES THROUGH SHARED HANGOUT SPOTS.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SpotMate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Student Names: Subhranshu Sekhar Khilar</a:t>
            </a: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Registration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Numbers: 2201289599</a:t>
            </a: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Mentor 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Name: Dr. Biswaranjan Nayak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STATEMENT &amp; MOTIVATION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541077"/>
            <a:ext cx="5146395" cy="3204845"/>
            <a:chOff x="0" y="0"/>
            <a:chExt cx="6861860" cy="427312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Problem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43374"/>
              <a:ext cx="6861860" cy="3529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Few platforms encourage connection-building beyond just location sharing.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Lack of discussion spaces for niche communities (e.g., coding groups, tech societies).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 easy way for such crowds to connect and hang out at hotspots.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75571" y="3541077"/>
            <a:ext cx="4853870" cy="3204845"/>
            <a:chOff x="0" y="0"/>
            <a:chExt cx="6471826" cy="427312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647182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Existing Solutions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43374"/>
              <a:ext cx="6471826" cy="3529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Google Maps / Yelp / TripAdvisor → good for listings, reviews, directions.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But they don’t enable: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Real-time community interaction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Role-based access (pub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lic vs private groups)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Focus on discussion-driven meetups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34734" y="3541077"/>
            <a:ext cx="5146395" cy="3204845"/>
            <a:chOff x="0" y="0"/>
            <a:chExt cx="6861860" cy="42731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Significance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43374"/>
              <a:ext cx="6861860" cy="3529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SpotMate aims to be a community-first platform.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Builds meaningful connections by linking people to hangout hotspots.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Enc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ourages collaboration (e.g., coding together, group discussions, interest-based meetups).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OBJECTIVES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4803237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Connect Communities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Create hotspots where like-minded people can meet, discuss, a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nd collaborate.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Smart Spot Discovery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Find nearby places using location awareness and distanc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calculations.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eamles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Interaction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Enable requests, approvals, and discussions within each spot.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Scalable &amp; Efficient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Bo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ost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performanc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with caching and optimize database usage.</a:t>
            </a: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97346" y="2150865"/>
            <a:ext cx="9694641" cy="681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370" indent="-263685" lvl="1">
              <a:lnSpc>
                <a:spcPts val="4567"/>
              </a:lnSpc>
              <a:buFont typeface="Arial"/>
              <a:buChar char="•"/>
            </a:pPr>
            <a:r>
              <a:rPr lang="en-US" b="true" sz="24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Spot Discovery</a:t>
            </a:r>
          </a:p>
          <a:p>
            <a:pPr algn="l" marL="1054741" indent="-351580" lvl="2">
              <a:lnSpc>
                <a:spcPts val="4567"/>
              </a:lnSpc>
              <a:buFont typeface="Arial"/>
              <a:buChar char="⚬"/>
            </a:pP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Explore nearby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public &amp; private hangouts</a:t>
            </a:r>
          </a:p>
          <a:p>
            <a:pPr algn="l" marL="527370" indent="-263685" lvl="1">
              <a:lnSpc>
                <a:spcPts val="4567"/>
              </a:lnSpc>
              <a:buFont typeface="Arial"/>
              <a:buChar char="•"/>
            </a:pPr>
            <a:r>
              <a:rPr lang="en-US" b="true" sz="24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Community Interaction</a:t>
            </a:r>
          </a:p>
          <a:p>
            <a:pPr algn="l" marL="1054741" indent="-351580" lvl="2">
              <a:lnSpc>
                <a:spcPts val="4567"/>
              </a:lnSpc>
              <a:buFont typeface="Arial"/>
              <a:buChar char="⚬"/>
            </a:pP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Disc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ussion spaces for interest-based groups</a:t>
            </a:r>
          </a:p>
          <a:p>
            <a:pPr algn="l" marL="1054741" indent="-351580" lvl="2">
              <a:lnSpc>
                <a:spcPts val="4567"/>
              </a:lnSpc>
              <a:buFont typeface="Arial"/>
              <a:buChar char="⚬"/>
            </a:pP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Sh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are thoughts, collaborate, and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connect</a:t>
            </a:r>
          </a:p>
          <a:p>
            <a:pPr algn="l" marL="527370" indent="-263685" lvl="1">
              <a:lnSpc>
                <a:spcPts val="4567"/>
              </a:lnSpc>
              <a:buFont typeface="Arial"/>
              <a:buChar char="•"/>
            </a:pPr>
            <a:r>
              <a:rPr lang="en-US" b="true" sz="24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Smart Search &amp; Filters</a:t>
            </a:r>
          </a:p>
          <a:p>
            <a:pPr algn="l" marL="1054741" indent="-351580" lvl="2">
              <a:lnSpc>
                <a:spcPts val="4567"/>
              </a:lnSpc>
              <a:buFont typeface="Arial"/>
              <a:buChar char="⚬"/>
            </a:pP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Find spots by tags, interests, and distanc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</a:p>
          <a:p>
            <a:pPr algn="l" marL="527370" indent="-263685" lvl="1">
              <a:lnSpc>
                <a:spcPts val="4567"/>
              </a:lnSpc>
              <a:buFont typeface="Arial"/>
              <a:buChar char="•"/>
            </a:pPr>
            <a:r>
              <a:rPr lang="en-US" b="true" sz="24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</a:t>
            </a:r>
            <a:r>
              <a:rPr lang="en-US" b="true" sz="24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rsonalized Experience</a:t>
            </a:r>
          </a:p>
          <a:p>
            <a:pPr algn="l" marL="1054741" indent="-351580" lvl="2">
              <a:lnSpc>
                <a:spcPts val="4567"/>
              </a:lnSpc>
              <a:buFont typeface="Arial"/>
              <a:buChar char="⚬"/>
            </a:pP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Tailored spot suggestion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b</a:t>
            </a: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ased on community &amp; activity</a:t>
            </a:r>
          </a:p>
          <a:p>
            <a:pPr algn="l" marL="527370" indent="-263685" lvl="1">
              <a:lnSpc>
                <a:spcPts val="4567"/>
              </a:lnSpc>
              <a:buFont typeface="Arial"/>
              <a:buChar char="•"/>
            </a:pPr>
            <a:r>
              <a:rPr lang="en-US" b="true" sz="244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Admin Management</a:t>
            </a:r>
          </a:p>
          <a:p>
            <a:pPr algn="l" marL="1054741" indent="-351580" lvl="2">
              <a:lnSpc>
                <a:spcPts val="4567"/>
              </a:lnSpc>
              <a:buFont typeface="Arial"/>
              <a:buChar char="⚬"/>
            </a:pPr>
            <a:r>
              <a:rPr lang="en-US" sz="24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Keep spots organized with content &amp; member moderation</a:t>
            </a:r>
          </a:p>
          <a:p>
            <a:pPr algn="l">
              <a:lnSpc>
                <a:spcPts val="456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91987" y="2988482"/>
            <a:ext cx="6567313" cy="4310036"/>
          </a:xfrm>
          <a:custGeom>
            <a:avLst/>
            <a:gdLst/>
            <a:ahLst/>
            <a:cxnLst/>
            <a:rect r="r" b="b" t="t" l="l"/>
            <a:pathLst>
              <a:path h="4310036" w="6567313">
                <a:moveTo>
                  <a:pt x="0" y="0"/>
                </a:moveTo>
                <a:lnTo>
                  <a:pt x="6567313" y="0"/>
                </a:lnTo>
                <a:lnTo>
                  <a:pt x="6567313" y="4310036"/>
                </a:lnTo>
                <a:lnTo>
                  <a:pt x="0" y="4310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45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CORE FEATURES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332060"/>
            <a:ext cx="7362768" cy="6926240"/>
          </a:xfrm>
          <a:custGeom>
            <a:avLst/>
            <a:gdLst/>
            <a:ahLst/>
            <a:cxnLst/>
            <a:rect r="r" b="b" t="t" l="l"/>
            <a:pathLst>
              <a:path h="6926240" w="7362768">
                <a:moveTo>
                  <a:pt x="0" y="0"/>
                </a:moveTo>
                <a:lnTo>
                  <a:pt x="7362768" y="0"/>
                </a:lnTo>
                <a:lnTo>
                  <a:pt x="7362768" y="6926240"/>
                </a:lnTo>
                <a:lnTo>
                  <a:pt x="0" y="6926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METHODOLOGY /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0609" y="1804032"/>
            <a:ext cx="6604020" cy="838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6099" indent="-258049" lvl="1">
              <a:lnSpc>
                <a:spcPts val="4470"/>
              </a:lnSpc>
              <a:buFont typeface="Arial"/>
              <a:buChar char="•"/>
            </a:pPr>
            <a:r>
              <a:rPr lang="en-US" b="true" sz="239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⚡ Tech Stack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Frontend: Next.js, Tai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lwind, ShadCN UI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Backend: Node.js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Database: MongoDB (geo + distance queries)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Cach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ing: Redis (fast queries, future chat state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Auth: Better auth.</a:t>
            </a:r>
          </a:p>
          <a:p>
            <a:pPr algn="l" marL="516099" indent="-258049" lvl="1">
              <a:lnSpc>
                <a:spcPts val="4470"/>
              </a:lnSpc>
              <a:buFont typeface="Arial"/>
              <a:buChar char="•"/>
            </a:pPr>
            <a:r>
              <a:rPr lang="en-US" b="true" sz="239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🛠 A</a:t>
            </a:r>
            <a:r>
              <a:rPr lang="en-US" b="true" sz="239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rchitecture Highlights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Community-driven discovery + interacti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loop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edis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offlo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ads DB → boosts scalability</a:t>
            </a:r>
          </a:p>
          <a:p>
            <a:pPr algn="l" marL="1032197" indent="-344066" lvl="2">
              <a:lnSpc>
                <a:spcPts val="4470"/>
              </a:lnSpc>
              <a:buFont typeface="Arial"/>
              <a:buChar char="⚬"/>
            </a:pP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Bu</a:t>
            </a:r>
            <a:r>
              <a:rPr lang="en-US" sz="239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ilt for real-time growth (chat, gallery, payments)</a:t>
            </a:r>
          </a:p>
          <a:p>
            <a:pPr algn="l">
              <a:lnSpc>
                <a:spcPts val="447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685126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Current Outputs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earby spots page fully functional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Spot creation operational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Dista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nce calculations working in real-time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Backend caching (Redis) improves performanc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Geolocation API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integrated</a:t>
            </a:r>
          </a:p>
          <a:p>
            <a:pPr algn="l">
              <a:lnSpc>
                <a:spcPts val="523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122290"/>
            <a:ext cx="7685126" cy="38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⚙️ Technic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 Notes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MongoDB used for geospatial queries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ext.js + Tailwind CSS frontend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Node.js + Express b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ackend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Responsive and m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odular architecture</a:t>
            </a: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5195" y="2417998"/>
            <a:ext cx="16242893" cy="745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 spc="14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Key Takeaways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Location-based discovery is stable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Authentication and Authorization is working.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Community-driven approach implemented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Modular backend allows easy feature addition</a:t>
            </a:r>
          </a:p>
          <a:p>
            <a:pPr algn="l">
              <a:lnSpc>
                <a:spcPts val="3705"/>
              </a:lnSpc>
            </a:pPr>
          </a:p>
          <a:p>
            <a:pPr algn="l">
              <a:lnSpc>
                <a:spcPts val="3705"/>
              </a:lnSpc>
            </a:pPr>
            <a:r>
              <a:rPr lang="en-US" sz="2850" spc="14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🚀 Ongoing / Future Enhancements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 window for spots (admin-controlled)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Role-based authentication (admin, user, moderator)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Private &amp; public spot access control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Spot-specific chat (WebSocket + Redis)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Gallery per spot (images &amp; media)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Payment gateway integration (Razorpay)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Horizontal scaling for chat &amp; high-load operations</a:t>
            </a:r>
          </a:p>
          <a:p>
            <a:pPr algn="l" marL="615411" indent="-307705" lvl="1">
              <a:lnSpc>
                <a:spcPts val="3705"/>
              </a:lnSpc>
              <a:buFont typeface="Arial"/>
              <a:buChar char="•"/>
            </a:pPr>
            <a:r>
              <a:rPr lang="en-US" sz="2850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Analytics &amp; monitoring for active spots and engagement</a:t>
            </a:r>
          </a:p>
          <a:p>
            <a:pPr algn="l">
              <a:lnSpc>
                <a:spcPts val="370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 &amp; FUTURE WORK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DISCOVER AND SHARE THE BEST AROUND YOU.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DAGzW1PmhCk</dc:identifier>
  <dcterms:modified xsi:type="dcterms:W3CDTF">2011-08-01T06:04:30Z</dcterms:modified>
  <cp:revision>1</cp:revision>
  <dc:title>Cream Neutral Minimalist New Business Pitch Deck Presentation</dc:title>
</cp:coreProperties>
</file>